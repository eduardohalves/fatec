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revisionInfo.xml" ContentType="application/vnd.ms-powerpoint.revisioninfo+xml"/>
  <Override PartName="/ppt/changesInfos/changesInfo1.xml" ContentType="application/vnd.ms-powerpoint.changes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07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512FCF-90E3-BC10-AA0D-90472780A4A6}" v="2" dt="2025-07-02T17:30:25.2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6037" autoAdjust="0"/>
  </p:normalViewPr>
  <p:slideViewPr>
    <p:cSldViewPr snapToGrid="0">
      <p:cViewPr varScale="1">
        <p:scale>
          <a:sx n="58" d="100"/>
          <a:sy n="58" d="100"/>
        </p:scale>
        <p:origin x="98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59" Type="http://schemas.microsoft.com/office/2016/11/relationships/changesInfo" Target="changesInfos/changesInfo1.xml"/><Relationship Id="rId2" Type="http://schemas.openxmlformats.org/officeDocument/2006/relationships/slide" Target="slides/slide1.xml"/><Relationship Id="rId62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8" Type="http://schemas.microsoft.com/office/2015/10/relationships/revisionInfo" Target="revisionInfo.xml"/><Relationship Id="rId5" Type="http://schemas.openxmlformats.org/officeDocument/2006/relationships/viewProps" Target="viewProps.xml"/><Relationship Id="rId61" Type="http://schemas.openxmlformats.org/officeDocument/2006/relationships/customXml" Target="../customXml/item2.xml"/><Relationship Id="rId60" Type="http://schemas.openxmlformats.org/officeDocument/2006/relationships/customXml" Target="../customXml/item1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ANDRO TOSS HOFFMANN" userId="S::leandro.hoffmann@fatec.sp.gov.br::44b209fa-a019-4648-bc7a-d5844cd98508" providerId="AD" clId="Web-{51512FCF-90E3-BC10-AA0D-90472780A4A6}"/>
    <pc:docChg chg="modSld">
      <pc:chgData name="LEANDRO TOSS HOFFMANN" userId="S::leandro.hoffmann@fatec.sp.gov.br::44b209fa-a019-4648-bc7a-d5844cd98508" providerId="AD" clId="Web-{51512FCF-90E3-BC10-AA0D-90472780A4A6}" dt="2025-07-02T17:30:23.832" v="0" actId="20577"/>
      <pc:docMkLst>
        <pc:docMk/>
      </pc:docMkLst>
      <pc:sldChg chg="modSp">
        <pc:chgData name="LEANDRO TOSS HOFFMANN" userId="S::leandro.hoffmann@fatec.sp.gov.br::44b209fa-a019-4648-bc7a-d5844cd98508" providerId="AD" clId="Web-{51512FCF-90E3-BC10-AA0D-90472780A4A6}" dt="2025-07-02T17:30:23.832" v="0" actId="20577"/>
        <pc:sldMkLst>
          <pc:docMk/>
          <pc:sldMk cId="2816842216" sldId="292"/>
        </pc:sldMkLst>
        <pc:spChg chg="mod">
          <ac:chgData name="LEANDRO TOSS HOFFMANN" userId="S::leandro.hoffmann@fatec.sp.gov.br::44b209fa-a019-4648-bc7a-d5844cd98508" providerId="AD" clId="Web-{51512FCF-90E3-BC10-AA0D-90472780A4A6}" dt="2025-07-02T17:30:23.832" v="0" actId="20577"/>
          <ac:spMkLst>
            <pc:docMk/>
            <pc:sldMk cId="2816842216" sldId="292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34DE0-CDDB-45C7-8D2F-1AAA1E8DB259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C21041-D763-445B-B590-81E59FFC22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6386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7836-A0FD-42B7-ABAE-7EA3E65A533A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1A6E9-BFB9-4A95-B8C8-2F3B553422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3747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7836-A0FD-42B7-ABAE-7EA3E65A533A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1A6E9-BFB9-4A95-B8C8-2F3B553422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5677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7836-A0FD-42B7-ABAE-7EA3E65A533A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1A6E9-BFB9-4A95-B8C8-2F3B553422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5588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7836-A0FD-42B7-ABAE-7EA3E65A533A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1A6E9-BFB9-4A95-B8C8-2F3B553422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7745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7836-A0FD-42B7-ABAE-7EA3E65A533A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1A6E9-BFB9-4A95-B8C8-2F3B553422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8411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7836-A0FD-42B7-ABAE-7EA3E65A533A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1A6E9-BFB9-4A95-B8C8-2F3B553422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4595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7836-A0FD-42B7-ABAE-7EA3E65A533A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1A6E9-BFB9-4A95-B8C8-2F3B553422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6126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7836-A0FD-42B7-ABAE-7EA3E65A533A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1A6E9-BFB9-4A95-B8C8-2F3B553422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2086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7836-A0FD-42B7-ABAE-7EA3E65A533A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1A6E9-BFB9-4A95-B8C8-2F3B553422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6342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7836-A0FD-42B7-ABAE-7EA3E65A533A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1A6E9-BFB9-4A95-B8C8-2F3B553422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2789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7836-A0FD-42B7-ABAE-7EA3E65A533A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1A6E9-BFB9-4A95-B8C8-2F3B553422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8340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B7836-A0FD-42B7-ABAE-7EA3E65A533A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51A6E9-BFB9-4A95-B8C8-2F3B553422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1274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Exercício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/>
              <a:t>Considerando o conjunto de dados hospital:</a:t>
            </a:r>
          </a:p>
          <a:p>
            <a:pPr marL="514350" indent="-514350">
              <a:buFont typeface="+mj-lt"/>
              <a:buAutoNum type="alphaLcParenR"/>
            </a:pPr>
            <a:r>
              <a:rPr lang="pt-BR" dirty="0"/>
              <a:t>Calcular, para cada coluna desse conjunto de dados, as estatísticas </a:t>
            </a:r>
            <a:r>
              <a:rPr lang="pt-BR" dirty="0" err="1"/>
              <a:t>univariadas</a:t>
            </a:r>
            <a:r>
              <a:rPr lang="pt-BR" dirty="0"/>
              <a:t> pertinentes dentre frequências, moda, média, mediana, desvio-padrão, Q1, Q3, obliquidade e curtose.</a:t>
            </a:r>
          </a:p>
          <a:p>
            <a:pPr marL="514350" indent="-514350">
              <a:buFont typeface="+mj-lt"/>
              <a:buAutoNum type="alphaLcParenR"/>
            </a:pPr>
            <a:r>
              <a:rPr lang="pt-BR" dirty="0"/>
              <a:t>Calcular estatísticas multivariadas de covariância e correção para os atributos quantitativos presentes.</a:t>
            </a:r>
          </a:p>
          <a:p>
            <a:pPr marL="514350" indent="-514350">
              <a:buFont typeface="+mj-lt"/>
              <a:buAutoNum type="alphaLcParenR"/>
            </a:pPr>
            <a:r>
              <a:rPr lang="pt-BR" dirty="0"/>
              <a:t>Plotar </a:t>
            </a:r>
            <a:r>
              <a:rPr lang="pt-BR" i="1" dirty="0" err="1"/>
              <a:t>boxplots</a:t>
            </a:r>
            <a:r>
              <a:rPr lang="pt-BR" dirty="0"/>
              <a:t> dos atributos pertinentes e identificar a presença ou não de </a:t>
            </a:r>
            <a:r>
              <a:rPr lang="pt-BR" i="1" dirty="0" err="1"/>
              <a:t>outliers</a:t>
            </a:r>
            <a:r>
              <a:rPr lang="pt-BR" dirty="0"/>
              <a:t>.</a:t>
            </a:r>
          </a:p>
          <a:p>
            <a:pPr marL="514350" indent="-514350">
              <a:buFont typeface="+mj-lt"/>
              <a:buAutoNum type="alphaLcParenR"/>
            </a:pPr>
            <a:r>
              <a:rPr lang="pt-BR" dirty="0"/>
              <a:t>Plotar histogramas dos atributos e interpretar sua distribuição, considerando as classes.</a:t>
            </a:r>
          </a:p>
        </p:txBody>
      </p:sp>
    </p:spTree>
    <p:extLst>
      <p:ext uri="{BB962C8B-B14F-4D97-AF65-F5344CB8AC3E}">
        <p14:creationId xmlns:p14="http://schemas.microsoft.com/office/powerpoint/2010/main" val="1539353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086838258D66E4AB5189C9A3CE00C2C" ma:contentTypeVersion="3" ma:contentTypeDescription="Crie um novo documento." ma:contentTypeScope="" ma:versionID="6f797e5c45974a53c2945892128191b7">
  <xsd:schema xmlns:xsd="http://www.w3.org/2001/XMLSchema" xmlns:xs="http://www.w3.org/2001/XMLSchema" xmlns:p="http://schemas.microsoft.com/office/2006/metadata/properties" xmlns:ns2="21bea34f-6356-4af9-948b-dbeabad382ee" targetNamespace="http://schemas.microsoft.com/office/2006/metadata/properties" ma:root="true" ma:fieldsID="fe535df60b6d959f06d7e809d0ed2012" ns2:_="">
    <xsd:import namespace="21bea34f-6356-4af9-948b-dbeabad382e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bea34f-6356-4af9-948b-dbeabad382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7368963-A58A-4B02-9049-9104518FED47}"/>
</file>

<file path=customXml/itemProps2.xml><?xml version="1.0" encoding="utf-8"?>
<ds:datastoreItem xmlns:ds="http://schemas.openxmlformats.org/officeDocument/2006/customXml" ds:itemID="{0BAFC4E8-F96A-4FB5-A3EB-AEBBADF74F77}"/>
</file>

<file path=customXml/itemProps3.xml><?xml version="1.0" encoding="utf-8"?>
<ds:datastoreItem xmlns:ds="http://schemas.openxmlformats.org/officeDocument/2006/customXml" ds:itemID="{74002BD9-913A-4DA5-B4AE-4FAEEF39B655}"/>
</file>

<file path=docProps/app.xml><?xml version="1.0" encoding="utf-8"?>
<Properties xmlns="http://schemas.openxmlformats.org/officeDocument/2006/extended-properties" xmlns:vt="http://schemas.openxmlformats.org/officeDocument/2006/docPropsVTypes">
  <TotalTime>1682</TotalTime>
  <Words>81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Exercício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Usuario</dc:creator>
  <cp:lastModifiedBy>Usuario</cp:lastModifiedBy>
  <cp:revision>42</cp:revision>
  <dcterms:created xsi:type="dcterms:W3CDTF">2025-05-19T12:59:37Z</dcterms:created>
  <dcterms:modified xsi:type="dcterms:W3CDTF">2026-08-19T00:01:51Z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0x0101000086838258D66E4AB5189C9A3CE00C2C</vt:lpwstr>
  </property>
</Properties>
</file>